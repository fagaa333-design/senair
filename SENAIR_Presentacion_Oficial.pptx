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  |  SUSTENTACIÓN OFICIAL · FICHA #3407699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DIAPOSITIVA 1 /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685800"/>
            <a:ext cx="3291840" cy="320040"/>
          </a:xfrm>
          <a:prstGeom prst="roundRect">
            <a:avLst>
              <a:gd name="adj" fmla="val 42857"/>
            </a:avLst>
          </a:prstGeom>
          <a:solidFill>
            <a:srgbClr val="0B2D5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 PROYECTO DE SOFTWARE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SENAIR Airlines: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Innovación, Claridad y Vuelo en Colombia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 de última generación concebida para redefinir el transporte aéreo nacional. Combina reserva transparente sin cobros ocultos, mapa de asientos en cabina y asistencia con Inteligencia Artificial las 24 horas.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Móvil &amp; PC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329184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24/7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4028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IA (AeroBot)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329184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en SQLite</a:t>
            </a:r>
            <a:endParaRPr lang="en-US" sz="900" dirty="0"/>
          </a:p>
        </p:txBody>
      </p:sp>
      <p:pic>
        <p:nvPicPr>
          <p:cNvPr id="19" name="Image 0" descr="C:\Users\frein\senair\FRONTEND\assets\images\hero-editorial-avi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777240"/>
            <a:ext cx="3017520" cy="3794760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577840" y="3840480"/>
            <a:ext cx="3017520" cy="731520"/>
          </a:xfrm>
          <a:prstGeom prst="rect">
            <a:avLst/>
          </a:prstGeom>
          <a:solidFill>
            <a:srgbClr val="020C1B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0" y="39136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 PRINCIPAL // VUELO SA-2026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69280" y="41330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Bogotá (BOG) ➔ Medellín (MDE)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EQUIPO: FREINER GUDIÑO Y COMPAÑEROS DE FORMACIÓN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  |  FERIA DE SOFTWARE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DIAPOSITIVA 2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PROPÓSITO &amp; ALCANCE FUNCIONAL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hace y para qué sirve</a:t>
            </a:r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SENAIR?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integral que resuelve de punta a punta las necesidades del viajero en 4 módulos clave: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19202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y Reserva de Vuelos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7889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Cotización inteligente de tiquetes nacionales (Bogotá, Medellín, Cali, Cartagena), cálculo de vuelos ida y vuelta y selección de pasajeros en tiempo real.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Filtros dinámicos y rápidos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6916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691640"/>
            <a:ext cx="192024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Interactivo de Asientos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7889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Selección gráfica en cabina para escoger puestos favoritos (ventana, pasillo o preferente) viendo la distribución real del avión antes de comprar.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Selección visual en cabina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691640"/>
            <a:ext cx="1920240" cy="73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 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148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AeroBot: Asistente con 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7889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 inteligente disponible las 24 horas para resolver dudas sobre equipaje permitido, pago en cuotas, itinerarios y millas sin tiempos de espera.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Respuestas automáticas 24/7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6916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691640"/>
            <a:ext cx="1920240" cy="7315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 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2148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Pase de Abordar &amp; Encuesta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27889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Emisión instantánea de pasabordo digital con código de barras, gestión de reservas registradas y módulo interactivo de retroalimentación para la feria.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Emisión digital con asiento 14A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CENTRAL: AGILIDAD, CONFORT Y CERO COBROS SORPRESA PARA EL PASAJERO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  |  FERIA DE SOFTWARE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DIAPOSITIVA 3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STACK TECNOLÓGICO &amp; HOST CLOUD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Lenguajes, Tecnologías y</a:t>
            </a:r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Host en Render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liviana, modular y de alto rendimiento sin librerías pesadas innecesarias: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9" name="Image 0" descr="C:\Users\frein\senair\scratch\icon_htm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928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semántica &amp; SEO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331720" y="16916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1" descr="C:\Users\frein\senair\scratch\icon_cs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8288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63240" y="18928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 Vanilla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6888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Flexbox, Grid &amp; Animaciones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14800" y="16916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2" descr="C:\Users\frein\senair\scratch\icon_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18928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ES6+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25196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Reactividad DOM &amp; Fetch API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8640" y="30632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1" name="Image 3" descr="C:\Users\frein\senair\scratch\icon_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004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2644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asíncrono de servidor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2331720" y="30632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4" descr="C:\Users\frein\senair\scratch\icon_exp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20040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063240" y="32644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24688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RESTful &amp; Enrutamiento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114800" y="30632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Image 5" descr="C:\Users\frein\senair\scratch\icon_sql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200400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46320" y="326440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3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2519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relacional ligera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6035040" y="1691640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031E2A"/>
          </a:solidFill>
          <a:ln w="19050">
            <a:solidFill>
              <a:srgbClr val="46E3B7"/>
            </a:solidFill>
            <a:prstDash val="solid"/>
          </a:ln>
        </p:spPr>
      </p:sp>
      <p:pic>
        <p:nvPicPr>
          <p:cNvPr id="33" name="Image 6" descr="C:\Users\frein\senair\scratch\icon_rend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874520"/>
            <a:ext cx="594360" cy="5943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18928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E3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en Render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6903720" y="2194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WEB SERVICE (PAAS)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621792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Despliegue continuo con Git (Push to Deploy)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6217920" y="2999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Certificado SSL / HTTPS automático activo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6217920" y="3346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Servidor Node.js administrado en la nube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6217920" y="36941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Alta disponibilidad y monitoreo continuo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217920" y="3977640"/>
            <a:ext cx="2194560" cy="274320"/>
          </a:xfrm>
          <a:prstGeom prst="rect">
            <a:avLst/>
          </a:prstGeom>
          <a:solidFill>
            <a:srgbClr val="020C1B"/>
          </a:solidFill>
          <a:ln w="12700">
            <a:solidFill>
              <a:srgbClr val="46E3B7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217920" y="39959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6E3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ONLINE · EN PRODUCCIÓN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ENTORNO PRODUCTIVO LISTO PARA ESCALAR CON CERO DEPENDENCIAS PESADAS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  |  FERIA DE SOFTWARE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DIAPOSITIVA 4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PATRÓN DE DISEÑO DE SOFTWARE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Modelo - Vista - Controlador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Separación estricta de responsabilidades entre la interfaz, la lógica de servidor y los datos: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0B2D5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VISTA (VIEW)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 Usuario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gráfica, validaciones en tiempo real, mapas interactivos y pase de abordar.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2331720" cy="105156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FRONTEND/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html/ (index, vuelos, encuesta)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3675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css/ (estilos, responsive)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3904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📁 js/ (main, ai-chatbot)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de la UX / UI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16916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87452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0B2D5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CONTROLADOR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(Express)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2560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Recepción de solicitudes HTTP, lógica de vuelos, generación de tokens y respuestas JSON.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3154680"/>
            <a:ext cx="2331720" cy="105156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BACKEND/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38728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server.js (Servidor Express)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38728" y="3675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routes/ (survey, flights)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38728" y="3904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📁 controllers/ (lógica negocio)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Orquestador de solicitudes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16916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7224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87452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0B2D5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(MODEL)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SQLite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 participantes, respuestas de la encuesta y reservas emitidas.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154680"/>
            <a:ext cx="2331720" cy="105156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2186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BACKEND/db/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27648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database.sqlite (Tablas)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27648" y="3675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survey_participants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39044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survey_responses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6364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Garantía de persistencia real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BIDIRECCIONAL: USUARIO ➔ VISTA (FRONTEND) ➔ CONTROLADOR (EXPRESS) ➔ MODELO (SQLITE)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20C1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  |  FERIA DE SOFTWARE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DIAPOSITIVA 5 /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CONCLUSIONES &amp; VALOR AGREGADO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Futuro del Vuelo:</a:t>
            </a:r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Cierre y Sustentación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Principales logros obtenidos durante el desarrollo de la plataforma SENAIR para la feria de software: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73152" cy="8046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 Total para el Pasajero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Eliminación de cobros ocultos y desglose exacto de tarifas desde el inicio del proceso de reserva.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73152" cy="8046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Inteligencia Artificial Integrada (AeroBot)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2990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Atención inmediata 24/7 que resuelve inquietudes operativas sin esperas ni dependencia de call center.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7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20440"/>
            <a:ext cx="73152" cy="804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Sólida y Desplegada en la Nube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904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MVC limpio, base de datos persistente en SQLite y despliegue continuo en producción con Render.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691640"/>
            <a:ext cx="3794760" cy="2633472"/>
          </a:xfrm>
          <a:prstGeom prst="roundRect">
            <a:avLst>
              <a:gd name="adj" fmla="val 4861"/>
            </a:avLst>
          </a:prstGeom>
          <a:solidFill>
            <a:srgbClr val="06254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SENAIR AIRLINES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286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"Conectamos personas con sus destinos a través de una experiencia confiable, ágil y transparente."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32004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Agradecemos a los jurados calificadores, docentes y asistentes a la feria de software por su tiempo y evaluación.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3749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866C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776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Explorar Web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74904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B2D5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776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 Encuesta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SENA · FERIA DE SOFTWARE 2026 · ¡MUCHAS GRACIAS POR SU ATENCIÓN!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SENAIR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SENAIR Airlines — Presentación Oficial</dc:title>
  <dc:subject>PptxGenJS Presentation</dc:subject>
  <dc:creator>SENAIR Airlines</dc:creator>
  <cp:lastModifiedBy>SENAIR Airlines</cp:lastModifiedBy>
  <cp:revision>1</cp:revision>
  <dcterms:created xsi:type="dcterms:W3CDTF">2026-10-22T06:30:49Z</dcterms:created>
  <dcterms:modified xsi:type="dcterms:W3CDTF">2026-10-22T06:30:49Z</dcterms:modified>
</cp:coreProperties>
</file>